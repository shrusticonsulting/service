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unknown"/>
  <Override PartName="/ppt/media/image5.jpg" ContentType="image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0505B-3F10-4B7F-A656-30F571F58BE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174E5-CF9D-45DB-B7A3-5B2381980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6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CDD2-4A1F-412C-B5AD-A62ECB085AD2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565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60D0-AA2C-410E-83CE-B7E2B174DA31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01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37F1-07B5-4057-8C89-92BEDCE8794A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54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61EC0-6266-42B0-ADE4-E59D14D6EDCB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73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FB9B-8430-4BB0-B4FE-ABEF410FBEE6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1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94EA-B604-41B1-9AA9-8A5CFE451EB9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31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078B6-183B-4C24-B23F-5FF4079387D6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95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F9AC00A-553A-455B-9F86-74774540F507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9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83C37-78E8-4F00-8ABB-050E7DE64FD9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72BB-2E34-4A6A-ACA9-28D2A141F0CE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9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79F3-8DBC-4D94-AF47-570C4BBC1014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4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D3B3262-E4C0-485B-AA3A-0766DF46718F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shrusticonsulting@gmail.com              Mob: 9980222770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42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SRUSHTI CONSULTING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Faith and Dedication to Success</a:t>
            </a:r>
          </a:p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 Consulting Firm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6006AB-8D82-DF42-8A49-00B598A67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60" y="3059676"/>
            <a:ext cx="6252087" cy="20955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BB177D-F747-5633-FC64-D78F59081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shrusticonsulting@gmail.com              Mob: 9980222770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About the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Shrusti Consulting is a Human Resource consulting firm focused on delivering value to clients and partners through flexible HR services based on market demand.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AB1CEF-F9D3-C61A-EF6F-5098C0BB9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49" y="2796115"/>
            <a:ext cx="5391902" cy="3448531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95F23E-1536-063E-E13B-F01366C6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shrusticonsulting@gmail.com              Mob: 9980222770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People-focused HR solutions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Strengthening human capital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Knowledge-driven workforce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End-to-end HR services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Specialized for Manufacturing, Engineering, Automotive, and FMCG industries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5FCE-B080-ABFD-44FC-06F36112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shrusticonsulting@gmail.com              Mob: 9980222770  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Payroll Management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Employee Master Data Management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Attendance, Leave &amp; Deductions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Payroll Processing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Statutory Deductions &amp; Compliance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Salary Disbursement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Full &amp; Final Settlement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Reimbursement Processing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Payroll Reports &amp; MIS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Compliance &amp; Audit Support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2D532-B6CA-196B-269A-DBBB8CCE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43" y="2025445"/>
            <a:ext cx="3264310" cy="29201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6AA350-8D4D-2F14-A852-24746530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shrusticonsulting@gmail.com              Mob: 9980222770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Support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Manpower Planning Support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Talent Sourcing &amp; Mapping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Candidate Screening &amp; Shortlisting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Interview Coordination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Offer &amp; Negotiation Support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Onboarding Follow-Up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Campus &amp; Fresher Hiring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Recruitment MIS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90C22-B674-5CC1-5645-392D7992A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06" y="1976284"/>
            <a:ext cx="3564194" cy="30176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0303C5-9F2A-1861-40EA-9EACB8FF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shrusticonsulting@gmail.com              Mob: 9980222770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Staffing Support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Temporary &amp; Contract Staffing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Third Party Payroll Services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Project-based Staffing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Blue Collar &amp; Industrial Staffing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White Collar Staffing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Campus &amp; Trade Institute Staffing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Statutory Compliance Management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2936F-3A97-0235-D1CA-D617469D1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29" y="1641987"/>
            <a:ext cx="4085461" cy="37135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F882C6-3770-5B21-002C-D6DE4C81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shrusticonsulting@gmail.com              Mob: 9980222770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86604"/>
            <a:ext cx="7731105" cy="1450757"/>
          </a:xfrm>
        </p:spPr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Statutory Compliance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731106" cy="4023360"/>
          </a:xfrm>
        </p:spPr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Labour Law Compliance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EPF, ESI, PT &amp; LWF Compliance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Minimum Wage Compliance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Statutory Records Maintenance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Contract Labour Compliance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Factory Licensing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Monthly / Quarterly / Annual Returns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Audit &amp; Inspection Support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017436-DCD8-1760-8BE0-F57666891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37" y="2099065"/>
            <a:ext cx="3970095" cy="28839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26EC7A-FF71-6DF0-1B62-07C0CAD03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706912" cy="36512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shrusticonsulting@gmail.com              Mob: 9980222770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Shrusti Consulting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True Faith and Dedication to Success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B376-481A-7330-168C-C35D0429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shrusticonsulting@gmail.com              Mob: 9980222770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15</TotalTime>
  <Words>301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Times New Roman</vt:lpstr>
      <vt:lpstr>Retrospect</vt:lpstr>
      <vt:lpstr>SRUSHTI CONSULTING</vt:lpstr>
      <vt:lpstr>About the Company</vt:lpstr>
      <vt:lpstr>Our Approach</vt:lpstr>
      <vt:lpstr>Payroll Management Services</vt:lpstr>
      <vt:lpstr>Recruitment Support Services</vt:lpstr>
      <vt:lpstr>Staffing Support Services</vt:lpstr>
      <vt:lpstr>Statutory Compliance Services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agastyaaradhya69@gmail.com</cp:lastModifiedBy>
  <cp:revision>3</cp:revision>
  <dcterms:created xsi:type="dcterms:W3CDTF">2013-01-27T09:14:16Z</dcterms:created>
  <dcterms:modified xsi:type="dcterms:W3CDTF">2026-03-10T14:03:21Z</dcterms:modified>
  <cp:category/>
</cp:coreProperties>
</file>